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DCDF0A-B03A-C04F-8216-5AA07B2ED533}" v="1" dt="2025-06-10T05:59:29.2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87"/>
    <p:restoredTop sz="94579"/>
  </p:normalViewPr>
  <p:slideViewPr>
    <p:cSldViewPr snapToGrid="0">
      <p:cViewPr varScale="1">
        <p:scale>
          <a:sx n="104" d="100"/>
          <a:sy n="104" d="100"/>
        </p:scale>
        <p:origin x="6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ACFA4-D937-4459-849E-E86956FD20F6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29104-480C-440F-BCBB-A5EECFE23F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588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629104-480C-440F-BCBB-A5EECFE23F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438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6926-A60D-A7D2-7A3D-A1B33F924C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A7C2F2-AE7D-5CEC-13C3-416FF0554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58075-0207-5CB4-5CDB-DA097BF7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E85B0-7C82-D8F5-DF17-EEEE95D79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EC1FD-F335-AB9D-0150-7EEACBF9F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55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44905-8212-5A89-790F-2D5E8B329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B8BEF-08E1-67A8-65BC-B68E1B535F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F95EC3-C1FE-3A46-BB7F-B2FA82EA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939E6-D3E6-2ED2-2492-590A456D7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4522B-AFDD-D6FE-2613-82A8BCF27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1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85B6-F147-B124-D74B-5E1E2628A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4B773-71AC-58E3-8EA0-6734DCF31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BD0BF-1708-834E-94C1-77442E7D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F0BE2-0652-4DBF-064E-C67CB931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083B6-E411-E913-A9D8-E86072E8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29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F4B38-66CC-33AB-ABE9-66EA3A881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34A26-4E57-ED08-6098-D7C553B8A7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03BAE-E571-B166-FC56-6A0734300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12FE2-042D-ACC3-4CF6-A179113C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71B2C-98D9-74FA-DCBD-D42AA7774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A0E81-0E4B-76F7-BCC1-109497655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99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DC10-1B8B-3914-AC22-802F052EA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DF937-A0CB-EE4D-39BE-B5D595322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3FAF1-4319-7DD9-A058-EB0F85B5F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367F66-1121-29C5-7A1E-731519E30C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2792B8-E07C-0FEC-5C6E-9B84E8045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E4DB77-FC75-B4D2-0C99-EC140876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696786-7E50-BB66-C199-04A0C20E7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DF33-C107-1682-FA30-2A896F601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23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F834-058B-1DFA-5E2E-196E765D6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4C9E05-C9FA-D2BD-5B64-69F7BA0F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C0119-0E0A-79E3-51B6-BF85B0287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780B53-CF68-36C3-9DB1-6CC8B5A65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3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7F3D0-1C14-073F-99D9-17BC12A2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DF871-69B0-5FCD-68E2-7A559DB5E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D1280-4658-574C-B4D8-560B6A207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72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3C63-65F2-230F-0781-86F4534A7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A1027-A055-0B9F-7C12-5F0FD75FB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8B484-A5CB-B293-BD26-57F55B9F8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9D8DE-8EC9-F94F-222E-5D6AF7642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82324-731A-07FA-2638-EF8B2F2D6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95A39-910F-78C3-9C3B-00C16EA5B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75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3D48-259E-B437-AB6D-248CD76D3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A76209-CEE3-0AFF-9859-A7896D6E07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39D89-0408-D8A9-A744-AA96B8B12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935504-8155-2FA4-079F-FA118317D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93283-ED99-6FFF-7E80-07C1F7E4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5B174-D55C-8410-593B-4FE9C0753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1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3FA18-7A36-398F-DEAC-FE3F50D95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25EA85-0F42-08D3-FFC6-BF7FFC467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73EC-12D1-6025-9A7B-C468A5D4E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C0ABB-DC42-DEB7-4E35-1E969DEA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6B9A-9406-CC97-6777-67FED80C1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96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BE7B5-21C8-729F-92E4-AC2DB07DA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9C6B2-8E5F-E933-22DC-DC524F828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9F0C3-6A9D-1836-4F09-CB2095CDE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53924-B043-4335-6C80-756CDC89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790F3-F1CD-FAAC-212A-11BD84F1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02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997C53-84F6-8FF5-59C7-BC0941A8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E0FBD-DB0B-FD12-71AC-E621072B0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B9A74-802C-7CED-874A-BF2944A0F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3F4F1-D4F0-234F-AE12-F18A5B7D4C76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8694A-D898-6B3B-BCD5-64BEECEC6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C0A12-361C-7283-601D-70EA50325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90176-CA7E-1F49-B7EE-4B25A1C128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6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35FEBBE1-EB88-A6EC-CC3D-EE1A9BBC3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49" y="1989000"/>
            <a:ext cx="2835349" cy="2880000"/>
          </a:xfrm>
          <a:prstGeom prst="rect">
            <a:avLst/>
          </a:prstGeom>
        </p:spPr>
      </p:pic>
      <p:pic>
        <p:nvPicPr>
          <p:cNvPr id="6" name="Picture 5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B0E58E2B-E811-E0C6-ADC9-08639D789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7656" y="1989000"/>
            <a:ext cx="2835349" cy="2880000"/>
          </a:xfrm>
          <a:prstGeom prst="rect">
            <a:avLst/>
          </a:prstGeom>
        </p:spPr>
      </p:pic>
      <p:pic>
        <p:nvPicPr>
          <p:cNvPr id="7" name="Picture 6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A5A0DE08-F7AD-6052-82B0-DBA284DFC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5864" y="1989000"/>
            <a:ext cx="2835349" cy="2880000"/>
          </a:xfrm>
          <a:prstGeom prst="rect">
            <a:avLst/>
          </a:prstGeom>
        </p:spPr>
      </p:pic>
      <p:pic>
        <p:nvPicPr>
          <p:cNvPr id="8" name="Picture 7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AAE2E0B8-E230-C1E4-4598-FF4B398A9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72" y="1989000"/>
            <a:ext cx="2835349" cy="288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92642B-D89C-81BC-82BF-07C301053536}"/>
              </a:ext>
            </a:extLst>
          </p:cNvPr>
          <p:cNvSpPr txBox="1"/>
          <p:nvPr/>
        </p:nvSpPr>
        <p:spPr>
          <a:xfrm>
            <a:off x="3654175" y="1522502"/>
            <a:ext cx="1847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Stick/Switch (b</a:t>
            </a:r>
            <a:r>
              <a:rPr lang="en-US" baseline="-25000" dirty="0"/>
              <a:t>s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FD991-0819-B332-D048-9FD50BA3D8C0}"/>
              </a:ext>
            </a:extLst>
          </p:cNvPr>
          <p:cNvSpPr txBox="1"/>
          <p:nvPr/>
        </p:nvSpPr>
        <p:spPr>
          <a:xfrm>
            <a:off x="533274" y="1522871"/>
            <a:ext cx="212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weights (b</a:t>
            </a:r>
            <a:r>
              <a:rPr lang="en-US" baseline="-25000" dirty="0"/>
              <a:t>AvB</a:t>
            </a:r>
            <a:r>
              <a:rPr lang="en-US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41D7FD-2DD1-6DF2-34E6-C877051FF729}"/>
              </a:ext>
            </a:extLst>
          </p:cNvPr>
          <p:cNvSpPr txBox="1"/>
          <p:nvPr/>
        </p:nvSpPr>
        <p:spPr>
          <a:xfrm>
            <a:off x="6804481" y="1494421"/>
            <a:ext cx="15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Proximity (</a:t>
            </a:r>
            <a:r>
              <a:rPr lang="el-GR" dirty="0"/>
              <a:t>ρ</a:t>
            </a:r>
            <a:r>
              <a:rPr lang="el-GR" baseline="-25000" dirty="0"/>
              <a:t>δ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88CF69-57B6-A654-5B3A-F8FDAAE17DC9}"/>
              </a:ext>
            </a:extLst>
          </p:cNvPr>
          <p:cNvSpPr txBox="1"/>
          <p:nvPr/>
        </p:nvSpPr>
        <p:spPr>
          <a:xfrm>
            <a:off x="9912772" y="1480212"/>
            <a:ext cx="1516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Direction (</a:t>
            </a:r>
            <a:r>
              <a:rPr lang="el-GR" dirty="0"/>
              <a:t>ρ</a:t>
            </a:r>
            <a:r>
              <a:rPr lang="el-GR" baseline="-25000" dirty="0"/>
              <a:t>ψ</a:t>
            </a:r>
            <a:r>
              <a:rPr lang="el-GR" dirty="0"/>
              <a:t>)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A7F2DA-EE2B-B80C-277C-3249F0B2DC34}"/>
              </a:ext>
            </a:extLst>
          </p:cNvPr>
          <p:cNvCxnSpPr>
            <a:cxnSpLocks/>
          </p:cNvCxnSpPr>
          <p:nvPr/>
        </p:nvCxnSpPr>
        <p:spPr>
          <a:xfrm>
            <a:off x="3356703" y="2737900"/>
            <a:ext cx="627961" cy="60592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258865-6581-D8D0-F2A8-9807308447D1}"/>
              </a:ext>
            </a:extLst>
          </p:cNvPr>
          <p:cNvCxnSpPr>
            <a:cxnSpLocks/>
          </p:cNvCxnSpPr>
          <p:nvPr/>
        </p:nvCxnSpPr>
        <p:spPr>
          <a:xfrm>
            <a:off x="4285846" y="3512545"/>
            <a:ext cx="584217" cy="27725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0201BE-67B4-53E2-948C-FE947F670E20}"/>
              </a:ext>
            </a:extLst>
          </p:cNvPr>
          <p:cNvCxnSpPr>
            <a:cxnSpLocks/>
          </p:cNvCxnSpPr>
          <p:nvPr/>
        </p:nvCxnSpPr>
        <p:spPr>
          <a:xfrm>
            <a:off x="5476869" y="2290712"/>
            <a:ext cx="303960" cy="276212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C7122D-1EED-CEEA-F008-FD23E1548548}"/>
              </a:ext>
            </a:extLst>
          </p:cNvPr>
          <p:cNvCxnSpPr>
            <a:cxnSpLocks/>
          </p:cNvCxnSpPr>
          <p:nvPr/>
        </p:nvCxnSpPr>
        <p:spPr>
          <a:xfrm>
            <a:off x="5814811" y="2791414"/>
            <a:ext cx="8337" cy="24945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76D993-DAED-7550-1A49-28CAB59B0ECA}"/>
              </a:ext>
            </a:extLst>
          </p:cNvPr>
          <p:cNvCxnSpPr>
            <a:cxnSpLocks/>
          </p:cNvCxnSpPr>
          <p:nvPr/>
        </p:nvCxnSpPr>
        <p:spPr>
          <a:xfrm>
            <a:off x="5797238" y="3164019"/>
            <a:ext cx="8337" cy="24945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E862CC1-F952-6130-05AB-8CCDF5D63BD3}"/>
              </a:ext>
            </a:extLst>
          </p:cNvPr>
          <p:cNvCxnSpPr>
            <a:cxnSpLocks/>
          </p:cNvCxnSpPr>
          <p:nvPr/>
        </p:nvCxnSpPr>
        <p:spPr>
          <a:xfrm>
            <a:off x="3875009" y="5044409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ACA16B5-E19C-8730-09EE-97A2D0141417}"/>
              </a:ext>
            </a:extLst>
          </p:cNvPr>
          <p:cNvCxnSpPr>
            <a:cxnSpLocks/>
          </p:cNvCxnSpPr>
          <p:nvPr/>
        </p:nvCxnSpPr>
        <p:spPr>
          <a:xfrm>
            <a:off x="3884244" y="5231034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DD2729D-04D9-3A48-C325-AB76AEDF477B}"/>
              </a:ext>
            </a:extLst>
          </p:cNvPr>
          <p:cNvSpPr txBox="1"/>
          <p:nvPr/>
        </p:nvSpPr>
        <p:spPr>
          <a:xfrm>
            <a:off x="4298226" y="4910870"/>
            <a:ext cx="957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High switch</a:t>
            </a:r>
          </a:p>
          <a:p>
            <a:r>
              <a:rPr lang="en-US" sz="1200" dirty="0"/>
              <a:t>High Stick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BF9832E-2195-D86E-6E56-7A1F8D3F174A}"/>
              </a:ext>
            </a:extLst>
          </p:cNvPr>
          <p:cNvCxnSpPr>
            <a:cxnSpLocks/>
          </p:cNvCxnSpPr>
          <p:nvPr/>
        </p:nvCxnSpPr>
        <p:spPr>
          <a:xfrm>
            <a:off x="415054" y="2202456"/>
            <a:ext cx="327048" cy="7522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2412B91-27F7-F817-0D30-B860C9B8DB77}"/>
              </a:ext>
            </a:extLst>
          </p:cNvPr>
          <p:cNvCxnSpPr>
            <a:cxnSpLocks/>
          </p:cNvCxnSpPr>
          <p:nvPr/>
        </p:nvCxnSpPr>
        <p:spPr>
          <a:xfrm flipH="1">
            <a:off x="396608" y="2376492"/>
            <a:ext cx="327048" cy="17514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9A7008F-83C9-30AB-527B-5AC31EAA80F1}"/>
              </a:ext>
            </a:extLst>
          </p:cNvPr>
          <p:cNvCxnSpPr>
            <a:cxnSpLocks/>
          </p:cNvCxnSpPr>
          <p:nvPr/>
        </p:nvCxnSpPr>
        <p:spPr>
          <a:xfrm>
            <a:off x="2485040" y="2696425"/>
            <a:ext cx="290843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79A8A90-8D14-A027-BD6B-160873262913}"/>
              </a:ext>
            </a:extLst>
          </p:cNvPr>
          <p:cNvCxnSpPr>
            <a:cxnSpLocks/>
          </p:cNvCxnSpPr>
          <p:nvPr/>
        </p:nvCxnSpPr>
        <p:spPr>
          <a:xfrm>
            <a:off x="1679674" y="2277683"/>
            <a:ext cx="564777" cy="372767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AEC2480-70B6-B6B4-5E51-47CE44BCD95A}"/>
              </a:ext>
            </a:extLst>
          </p:cNvPr>
          <p:cNvCxnSpPr>
            <a:cxnSpLocks/>
          </p:cNvCxnSpPr>
          <p:nvPr/>
        </p:nvCxnSpPr>
        <p:spPr>
          <a:xfrm>
            <a:off x="560132" y="5044409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2BC130A-0C88-9FD2-DF0A-9A5A805084A2}"/>
              </a:ext>
            </a:extLst>
          </p:cNvPr>
          <p:cNvCxnSpPr>
            <a:cxnSpLocks/>
          </p:cNvCxnSpPr>
          <p:nvPr/>
        </p:nvCxnSpPr>
        <p:spPr>
          <a:xfrm>
            <a:off x="560132" y="5238004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230C7DB-6C1D-920D-1D50-12742BFAF2A1}"/>
              </a:ext>
            </a:extLst>
          </p:cNvPr>
          <p:cNvSpPr txBox="1"/>
          <p:nvPr/>
        </p:nvSpPr>
        <p:spPr>
          <a:xfrm>
            <a:off x="976752" y="4926850"/>
            <a:ext cx="1650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Preference for target 1</a:t>
            </a:r>
          </a:p>
          <a:p>
            <a:r>
              <a:rPr lang="en-US" sz="1200" dirty="0"/>
              <a:t>Preference for target 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2C69055-2E0A-2FA7-62D2-D02F25C272DB}"/>
              </a:ext>
            </a:extLst>
          </p:cNvPr>
          <p:cNvCxnSpPr>
            <a:cxnSpLocks/>
          </p:cNvCxnSpPr>
          <p:nvPr/>
        </p:nvCxnSpPr>
        <p:spPr>
          <a:xfrm>
            <a:off x="9378189" y="2199640"/>
            <a:ext cx="324161" cy="78043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9EF2A7-B4A9-C647-05E8-D27010A3F2B9}"/>
              </a:ext>
            </a:extLst>
          </p:cNvPr>
          <p:cNvCxnSpPr>
            <a:cxnSpLocks/>
          </p:cNvCxnSpPr>
          <p:nvPr/>
        </p:nvCxnSpPr>
        <p:spPr>
          <a:xfrm flipV="1">
            <a:off x="7573538" y="3050100"/>
            <a:ext cx="0" cy="245226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03E50A2-64FE-05C6-970F-AA7E0248BF5F}"/>
              </a:ext>
            </a:extLst>
          </p:cNvPr>
          <p:cNvCxnSpPr>
            <a:cxnSpLocks/>
          </p:cNvCxnSpPr>
          <p:nvPr/>
        </p:nvCxnSpPr>
        <p:spPr>
          <a:xfrm>
            <a:off x="6600074" y="5224064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C9E491D-1DDE-B516-ACD7-F3DDF34C5052}"/>
              </a:ext>
            </a:extLst>
          </p:cNvPr>
          <p:cNvCxnSpPr>
            <a:cxnSpLocks/>
          </p:cNvCxnSpPr>
          <p:nvPr/>
        </p:nvCxnSpPr>
        <p:spPr>
          <a:xfrm>
            <a:off x="6600074" y="5017373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0FA57F8-7482-9B06-D177-AD437DF8F01D}"/>
              </a:ext>
            </a:extLst>
          </p:cNvPr>
          <p:cNvCxnSpPr>
            <a:cxnSpLocks/>
          </p:cNvCxnSpPr>
          <p:nvPr/>
        </p:nvCxnSpPr>
        <p:spPr>
          <a:xfrm>
            <a:off x="7679977" y="2222139"/>
            <a:ext cx="1013126" cy="763458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ECD41CD-C592-F02A-0C2D-DF195E7D2669}"/>
              </a:ext>
            </a:extLst>
          </p:cNvPr>
          <p:cNvCxnSpPr>
            <a:cxnSpLocks/>
          </p:cNvCxnSpPr>
          <p:nvPr/>
        </p:nvCxnSpPr>
        <p:spPr>
          <a:xfrm flipH="1">
            <a:off x="8043100" y="3154783"/>
            <a:ext cx="643697" cy="54764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0DFBEC5-9C66-6AC8-CA96-68AFC4380CD7}"/>
              </a:ext>
            </a:extLst>
          </p:cNvPr>
          <p:cNvSpPr txBox="1"/>
          <p:nvPr/>
        </p:nvSpPr>
        <p:spPr>
          <a:xfrm>
            <a:off x="7113860" y="4910870"/>
            <a:ext cx="1132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Low proximity</a:t>
            </a:r>
          </a:p>
          <a:p>
            <a:r>
              <a:rPr lang="en-US" sz="1200" dirty="0"/>
              <a:t>High proximity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A8F91DD-79C0-A157-80AB-C28FBDBE47F3}"/>
              </a:ext>
            </a:extLst>
          </p:cNvPr>
          <p:cNvCxnSpPr>
            <a:cxnSpLocks/>
          </p:cNvCxnSpPr>
          <p:nvPr/>
        </p:nvCxnSpPr>
        <p:spPr>
          <a:xfrm flipV="1">
            <a:off x="7196483" y="3439169"/>
            <a:ext cx="327049" cy="103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737ABDF-7DB6-4D12-840F-2FFC8801FBF7}"/>
              </a:ext>
            </a:extLst>
          </p:cNvPr>
          <p:cNvCxnSpPr>
            <a:cxnSpLocks/>
          </p:cNvCxnSpPr>
          <p:nvPr/>
        </p:nvCxnSpPr>
        <p:spPr>
          <a:xfrm flipV="1">
            <a:off x="9891264" y="2199640"/>
            <a:ext cx="563646" cy="78043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D8602F4-E498-DB17-BA4E-18929133DFD9}"/>
              </a:ext>
            </a:extLst>
          </p:cNvPr>
          <p:cNvCxnSpPr>
            <a:cxnSpLocks/>
          </p:cNvCxnSpPr>
          <p:nvPr/>
        </p:nvCxnSpPr>
        <p:spPr>
          <a:xfrm>
            <a:off x="10671186" y="2199640"/>
            <a:ext cx="617203" cy="22499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95946F3-B9DA-0648-36B4-07ECB238AD56}"/>
              </a:ext>
            </a:extLst>
          </p:cNvPr>
          <p:cNvCxnSpPr>
            <a:cxnSpLocks/>
          </p:cNvCxnSpPr>
          <p:nvPr/>
        </p:nvCxnSpPr>
        <p:spPr>
          <a:xfrm>
            <a:off x="10205241" y="3428206"/>
            <a:ext cx="368792" cy="39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8E1866C-21EE-4B89-185B-137AEAC28FA4}"/>
              </a:ext>
            </a:extLst>
          </p:cNvPr>
          <p:cNvCxnSpPr>
            <a:cxnSpLocks/>
          </p:cNvCxnSpPr>
          <p:nvPr/>
        </p:nvCxnSpPr>
        <p:spPr>
          <a:xfrm flipH="1">
            <a:off x="9378189" y="3512545"/>
            <a:ext cx="1011448" cy="60598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DEFEB133-1C50-AE82-397E-9D78F143D7C2}"/>
              </a:ext>
            </a:extLst>
          </p:cNvPr>
          <p:cNvCxnSpPr>
            <a:cxnSpLocks/>
          </p:cNvCxnSpPr>
          <p:nvPr/>
        </p:nvCxnSpPr>
        <p:spPr>
          <a:xfrm>
            <a:off x="9672304" y="5017373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E33E6E1-DBB6-3896-4D4A-BD5CB00D5F2D}"/>
              </a:ext>
            </a:extLst>
          </p:cNvPr>
          <p:cNvCxnSpPr>
            <a:cxnSpLocks/>
          </p:cNvCxnSpPr>
          <p:nvPr/>
        </p:nvCxnSpPr>
        <p:spPr>
          <a:xfrm>
            <a:off x="9672303" y="5199861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9C8FA500-F6E6-B2B6-AC20-884F777DD9CC}"/>
              </a:ext>
            </a:extLst>
          </p:cNvPr>
          <p:cNvSpPr txBox="1"/>
          <p:nvPr/>
        </p:nvSpPr>
        <p:spPr>
          <a:xfrm>
            <a:off x="10212406" y="4892671"/>
            <a:ext cx="917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Forwards</a:t>
            </a:r>
          </a:p>
          <a:p>
            <a:r>
              <a:rPr lang="en-US" sz="1200" dirty="0"/>
              <a:t>Backwards</a:t>
            </a:r>
          </a:p>
        </p:txBody>
      </p:sp>
    </p:spTree>
    <p:extLst>
      <p:ext uri="{BB962C8B-B14F-4D97-AF65-F5344CB8AC3E}">
        <p14:creationId xmlns:p14="http://schemas.microsoft.com/office/powerpoint/2010/main" val="370970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680D50ED-06E5-3E17-F590-BF75E3420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194" y="1388637"/>
            <a:ext cx="2835349" cy="2880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56D392-D07E-2AD9-C622-A257805BC2D9}"/>
              </a:ext>
            </a:extLst>
          </p:cNvPr>
          <p:cNvSpPr txBox="1"/>
          <p:nvPr/>
        </p:nvSpPr>
        <p:spPr>
          <a:xfrm>
            <a:off x="1029194" y="961455"/>
            <a:ext cx="283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Absolute direction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80CDCF-F5A5-5025-70FE-E6AF913F41D8}"/>
              </a:ext>
            </a:extLst>
          </p:cNvPr>
          <p:cNvCxnSpPr>
            <a:cxnSpLocks/>
          </p:cNvCxnSpPr>
          <p:nvPr/>
        </p:nvCxnSpPr>
        <p:spPr>
          <a:xfrm>
            <a:off x="1077370" y="4444046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0566E22-C1ED-FB3F-3898-D87017F6C0B6}"/>
              </a:ext>
            </a:extLst>
          </p:cNvPr>
          <p:cNvCxnSpPr>
            <a:cxnSpLocks/>
          </p:cNvCxnSpPr>
          <p:nvPr/>
        </p:nvCxnSpPr>
        <p:spPr>
          <a:xfrm>
            <a:off x="1077370" y="4637641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03A443-16ED-63B1-94AB-6759E750CD85}"/>
              </a:ext>
            </a:extLst>
          </p:cNvPr>
          <p:cNvSpPr txBox="1"/>
          <p:nvPr/>
        </p:nvSpPr>
        <p:spPr>
          <a:xfrm>
            <a:off x="1484754" y="4326487"/>
            <a:ext cx="2513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Preference for horizontal directions</a:t>
            </a:r>
          </a:p>
          <a:p>
            <a:r>
              <a:rPr lang="en-US" sz="1200" dirty="0"/>
              <a:t>Preference for vertical directions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225E2C-D1C9-9418-AF8A-7AB99A888FB9}"/>
              </a:ext>
            </a:extLst>
          </p:cNvPr>
          <p:cNvCxnSpPr>
            <a:cxnSpLocks/>
          </p:cNvCxnSpPr>
          <p:nvPr/>
        </p:nvCxnSpPr>
        <p:spPr>
          <a:xfrm>
            <a:off x="1339096" y="1594192"/>
            <a:ext cx="212613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FBC22CC-6E77-73B1-24CF-E38252BA6537}"/>
              </a:ext>
            </a:extLst>
          </p:cNvPr>
          <p:cNvCxnSpPr>
            <a:cxnSpLocks/>
          </p:cNvCxnSpPr>
          <p:nvPr/>
        </p:nvCxnSpPr>
        <p:spPr>
          <a:xfrm>
            <a:off x="1735935" y="1622820"/>
            <a:ext cx="573156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D50DFE-04EE-6B0D-34E7-890B71CAEC4D}"/>
              </a:ext>
            </a:extLst>
          </p:cNvPr>
          <p:cNvCxnSpPr>
            <a:cxnSpLocks/>
          </p:cNvCxnSpPr>
          <p:nvPr/>
        </p:nvCxnSpPr>
        <p:spPr>
          <a:xfrm>
            <a:off x="2578527" y="1594192"/>
            <a:ext cx="562628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878870A-B0C6-07BA-8FC4-1AFAFBD9C05F}"/>
              </a:ext>
            </a:extLst>
          </p:cNvPr>
          <p:cNvCxnSpPr>
            <a:cxnSpLocks/>
          </p:cNvCxnSpPr>
          <p:nvPr/>
        </p:nvCxnSpPr>
        <p:spPr>
          <a:xfrm>
            <a:off x="2443706" y="2453482"/>
            <a:ext cx="0" cy="301264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A124F7-3305-1079-CDD7-412C79025D69}"/>
              </a:ext>
            </a:extLst>
          </p:cNvPr>
          <p:cNvCxnSpPr>
            <a:cxnSpLocks/>
          </p:cNvCxnSpPr>
          <p:nvPr/>
        </p:nvCxnSpPr>
        <p:spPr>
          <a:xfrm>
            <a:off x="2422986" y="2901059"/>
            <a:ext cx="0" cy="340904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E06E16-EDB8-FBD2-C494-F62AB0026334}"/>
              </a:ext>
            </a:extLst>
          </p:cNvPr>
          <p:cNvCxnSpPr>
            <a:cxnSpLocks/>
          </p:cNvCxnSpPr>
          <p:nvPr/>
        </p:nvCxnSpPr>
        <p:spPr>
          <a:xfrm>
            <a:off x="2386144" y="3350540"/>
            <a:ext cx="0" cy="353242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62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5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48D78EEC-FE13-1422-50F7-657A1625E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0736" y="2214136"/>
            <a:ext cx="2525504" cy="2565276"/>
          </a:xfrm>
          <a:prstGeom prst="rect">
            <a:avLst/>
          </a:prstGeom>
        </p:spPr>
      </p:pic>
      <p:pic>
        <p:nvPicPr>
          <p:cNvPr id="63" name="Picture 62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86F4A635-DBED-E0DA-2534-81E01CE93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41" y="3860400"/>
            <a:ext cx="2525504" cy="2565276"/>
          </a:xfrm>
          <a:prstGeom prst="rect">
            <a:avLst/>
          </a:prstGeom>
        </p:spPr>
      </p:pic>
      <p:pic>
        <p:nvPicPr>
          <p:cNvPr id="62" name="Picture 61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3FD62678-23B0-DCEE-0075-D608241AB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59" y="3866351"/>
            <a:ext cx="2525504" cy="2565276"/>
          </a:xfrm>
          <a:prstGeom prst="rect">
            <a:avLst/>
          </a:prstGeom>
        </p:spPr>
      </p:pic>
      <p:pic>
        <p:nvPicPr>
          <p:cNvPr id="61" name="Picture 60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1D09B190-FCF9-4A4A-1CA6-6519F35FF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213" y="474239"/>
            <a:ext cx="2525504" cy="2565276"/>
          </a:xfrm>
          <a:prstGeom prst="rect">
            <a:avLst/>
          </a:prstGeom>
        </p:spPr>
      </p:pic>
      <p:pic>
        <p:nvPicPr>
          <p:cNvPr id="4" name="Picture 3" descr="A group of squares on a gray background&#10;&#10;Description automatically generated">
            <a:extLst>
              <a:ext uri="{FF2B5EF4-FFF2-40B4-BE49-F238E27FC236}">
                <a16:creationId xmlns:a16="http://schemas.microsoft.com/office/drawing/2014/main" id="{CDDB8A89-0991-40D8-6657-B7FE485A4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71" y="474239"/>
            <a:ext cx="2525504" cy="25652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BAAC84-2568-5C49-8BA5-028A0048DAEE}"/>
              </a:ext>
            </a:extLst>
          </p:cNvPr>
          <p:cNvSpPr txBox="1"/>
          <p:nvPr/>
        </p:nvSpPr>
        <p:spPr>
          <a:xfrm>
            <a:off x="3416914" y="79438"/>
            <a:ext cx="1847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Stick/Switch (b</a:t>
            </a:r>
            <a:r>
              <a:rPr lang="en-US" baseline="-25000" dirty="0"/>
              <a:t>s</a:t>
            </a:r>
            <a:r>
              <a:rPr lang="en-US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481BB-502C-6951-BCE2-D0D4111CBE5B}"/>
              </a:ext>
            </a:extLst>
          </p:cNvPr>
          <p:cNvSpPr txBox="1"/>
          <p:nvPr/>
        </p:nvSpPr>
        <p:spPr>
          <a:xfrm>
            <a:off x="472531" y="79438"/>
            <a:ext cx="2127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Class weights (b</a:t>
            </a:r>
            <a:r>
              <a:rPr lang="en-US" baseline="-25000" dirty="0"/>
              <a:t>AvB</a:t>
            </a:r>
            <a:r>
              <a:rPr lang="en-US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D5FDC-76D5-6A3A-2795-F2E729E7A9DC}"/>
              </a:ext>
            </a:extLst>
          </p:cNvPr>
          <p:cNvSpPr txBox="1"/>
          <p:nvPr/>
        </p:nvSpPr>
        <p:spPr>
          <a:xfrm>
            <a:off x="6539453" y="1860284"/>
            <a:ext cx="153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Proximity (</a:t>
            </a:r>
            <a:r>
              <a:rPr lang="el-GR" dirty="0"/>
              <a:t>ρ</a:t>
            </a:r>
            <a:r>
              <a:rPr lang="el-GR" baseline="-25000" dirty="0"/>
              <a:t>δ</a:t>
            </a:r>
            <a:r>
              <a:rPr lang="en-GB" dirty="0"/>
              <a:t>)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73B8E-C7C0-ECE0-8694-ECA21442FFB7}"/>
              </a:ext>
            </a:extLst>
          </p:cNvPr>
          <p:cNvSpPr txBox="1"/>
          <p:nvPr/>
        </p:nvSpPr>
        <p:spPr>
          <a:xfrm>
            <a:off x="715641" y="3488091"/>
            <a:ext cx="1516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Direction (</a:t>
            </a:r>
            <a:r>
              <a:rPr lang="el-GR" dirty="0"/>
              <a:t>ρ</a:t>
            </a:r>
            <a:r>
              <a:rPr lang="el-GR" baseline="-25000" dirty="0"/>
              <a:t>ψ</a:t>
            </a:r>
            <a:r>
              <a:rPr lang="el-GR" dirty="0"/>
              <a:t>)</a:t>
            </a:r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FB419ED-6276-7A5C-5522-F28D43F539C7}"/>
              </a:ext>
            </a:extLst>
          </p:cNvPr>
          <p:cNvCxnSpPr>
            <a:cxnSpLocks/>
          </p:cNvCxnSpPr>
          <p:nvPr/>
        </p:nvCxnSpPr>
        <p:spPr>
          <a:xfrm>
            <a:off x="3344118" y="1079719"/>
            <a:ext cx="547586" cy="592391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F539AC-C08D-EEF7-5B01-9670A8AFD63D}"/>
              </a:ext>
            </a:extLst>
          </p:cNvPr>
          <p:cNvCxnSpPr>
            <a:cxnSpLocks/>
          </p:cNvCxnSpPr>
          <p:nvPr/>
        </p:nvCxnSpPr>
        <p:spPr>
          <a:xfrm>
            <a:off x="4104383" y="1822865"/>
            <a:ext cx="584217" cy="27725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3C5FD00-4E74-BA18-6AA0-24E188EA6144}"/>
              </a:ext>
            </a:extLst>
          </p:cNvPr>
          <p:cNvCxnSpPr>
            <a:cxnSpLocks/>
          </p:cNvCxnSpPr>
          <p:nvPr/>
        </p:nvCxnSpPr>
        <p:spPr>
          <a:xfrm>
            <a:off x="5176196" y="740089"/>
            <a:ext cx="303960" cy="276212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91D9CDB-1E2F-0AC6-3DD7-881B4D35946D}"/>
              </a:ext>
            </a:extLst>
          </p:cNvPr>
          <p:cNvCxnSpPr>
            <a:cxnSpLocks/>
          </p:cNvCxnSpPr>
          <p:nvPr/>
        </p:nvCxnSpPr>
        <p:spPr>
          <a:xfrm>
            <a:off x="5480156" y="1166747"/>
            <a:ext cx="0" cy="207227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7AA43C7-08E9-E15B-50A9-F43D14DD7689}"/>
              </a:ext>
            </a:extLst>
          </p:cNvPr>
          <p:cNvCxnSpPr>
            <a:cxnSpLocks/>
          </p:cNvCxnSpPr>
          <p:nvPr/>
        </p:nvCxnSpPr>
        <p:spPr>
          <a:xfrm>
            <a:off x="5468169" y="1473868"/>
            <a:ext cx="8337" cy="24945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C72DCC-BB05-6A62-F8D3-18A7ED9023BF}"/>
              </a:ext>
            </a:extLst>
          </p:cNvPr>
          <p:cNvCxnSpPr>
            <a:cxnSpLocks/>
          </p:cNvCxnSpPr>
          <p:nvPr/>
        </p:nvCxnSpPr>
        <p:spPr>
          <a:xfrm>
            <a:off x="3752892" y="3168648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7EA0E3F-6B2B-033A-D046-4E39E017348A}"/>
              </a:ext>
            </a:extLst>
          </p:cNvPr>
          <p:cNvCxnSpPr>
            <a:cxnSpLocks/>
          </p:cNvCxnSpPr>
          <p:nvPr/>
        </p:nvCxnSpPr>
        <p:spPr>
          <a:xfrm>
            <a:off x="3762127" y="3355273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2626AE0-77A7-7AE4-DED5-2D2D5CC7AB55}"/>
              </a:ext>
            </a:extLst>
          </p:cNvPr>
          <p:cNvSpPr txBox="1"/>
          <p:nvPr/>
        </p:nvSpPr>
        <p:spPr>
          <a:xfrm>
            <a:off x="4176109" y="3035109"/>
            <a:ext cx="9578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High switch</a:t>
            </a:r>
          </a:p>
          <a:p>
            <a:r>
              <a:rPr lang="en-US" sz="1200" dirty="0"/>
              <a:t>High Stick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8B78676-81D7-2D12-3381-F60D0AACB2D5}"/>
              </a:ext>
            </a:extLst>
          </p:cNvPr>
          <p:cNvCxnSpPr>
            <a:cxnSpLocks/>
          </p:cNvCxnSpPr>
          <p:nvPr/>
        </p:nvCxnSpPr>
        <p:spPr>
          <a:xfrm>
            <a:off x="441329" y="640920"/>
            <a:ext cx="263628" cy="67006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E6DAEF2-0DB7-6A2E-7D6E-7FE37B62F5E8}"/>
              </a:ext>
            </a:extLst>
          </p:cNvPr>
          <p:cNvCxnSpPr>
            <a:cxnSpLocks/>
          </p:cNvCxnSpPr>
          <p:nvPr/>
        </p:nvCxnSpPr>
        <p:spPr>
          <a:xfrm flipH="1">
            <a:off x="426577" y="787932"/>
            <a:ext cx="295414" cy="205846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58D86E-EFE2-2730-62B2-87524150E2E1}"/>
              </a:ext>
            </a:extLst>
          </p:cNvPr>
          <p:cNvCxnSpPr>
            <a:cxnSpLocks/>
          </p:cNvCxnSpPr>
          <p:nvPr/>
        </p:nvCxnSpPr>
        <p:spPr>
          <a:xfrm>
            <a:off x="2288209" y="1098191"/>
            <a:ext cx="234443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718337B-0CBE-E85F-6ED7-A72675ACF64D}"/>
              </a:ext>
            </a:extLst>
          </p:cNvPr>
          <p:cNvCxnSpPr>
            <a:cxnSpLocks/>
          </p:cNvCxnSpPr>
          <p:nvPr/>
        </p:nvCxnSpPr>
        <p:spPr>
          <a:xfrm>
            <a:off x="1606872" y="707926"/>
            <a:ext cx="455257" cy="332031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0BDF9EE-0802-61C9-2508-E1355941139E}"/>
              </a:ext>
            </a:extLst>
          </p:cNvPr>
          <p:cNvCxnSpPr>
            <a:cxnSpLocks/>
          </p:cNvCxnSpPr>
          <p:nvPr/>
        </p:nvCxnSpPr>
        <p:spPr>
          <a:xfrm>
            <a:off x="598036" y="3140567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A46472-2FAD-9C89-023C-05C7F89AA1E6}"/>
              </a:ext>
            </a:extLst>
          </p:cNvPr>
          <p:cNvCxnSpPr>
            <a:cxnSpLocks/>
          </p:cNvCxnSpPr>
          <p:nvPr/>
        </p:nvCxnSpPr>
        <p:spPr>
          <a:xfrm>
            <a:off x="598036" y="3334162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424540B-908A-161E-9FC0-850A79538FFD}"/>
              </a:ext>
            </a:extLst>
          </p:cNvPr>
          <p:cNvSpPr txBox="1"/>
          <p:nvPr/>
        </p:nvSpPr>
        <p:spPr>
          <a:xfrm>
            <a:off x="1009371" y="3017498"/>
            <a:ext cx="1650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Preference for target 1</a:t>
            </a:r>
          </a:p>
          <a:p>
            <a:r>
              <a:rPr lang="en-US" sz="1200" dirty="0"/>
              <a:t>Preference for target 2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435E05-1D11-80A3-65DC-6627DF972102}"/>
              </a:ext>
            </a:extLst>
          </p:cNvPr>
          <p:cNvCxnSpPr>
            <a:cxnSpLocks/>
          </p:cNvCxnSpPr>
          <p:nvPr/>
        </p:nvCxnSpPr>
        <p:spPr>
          <a:xfrm>
            <a:off x="411062" y="4034413"/>
            <a:ext cx="324161" cy="78043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588A5DE-4CF2-AAAE-6EC9-C090C96DEFBA}"/>
              </a:ext>
            </a:extLst>
          </p:cNvPr>
          <p:cNvCxnSpPr>
            <a:cxnSpLocks/>
          </p:cNvCxnSpPr>
          <p:nvPr/>
        </p:nvCxnSpPr>
        <p:spPr>
          <a:xfrm flipV="1">
            <a:off x="7272724" y="3135163"/>
            <a:ext cx="0" cy="245226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F7F170-DA4A-8AE3-E69F-29D08EC0880B}"/>
              </a:ext>
            </a:extLst>
          </p:cNvPr>
          <p:cNvCxnSpPr>
            <a:cxnSpLocks/>
          </p:cNvCxnSpPr>
          <p:nvPr/>
        </p:nvCxnSpPr>
        <p:spPr>
          <a:xfrm>
            <a:off x="6514722" y="5104655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90BBC9-7C69-CFB4-5DF5-41C8AA26D705}"/>
              </a:ext>
            </a:extLst>
          </p:cNvPr>
          <p:cNvCxnSpPr>
            <a:cxnSpLocks/>
          </p:cNvCxnSpPr>
          <p:nvPr/>
        </p:nvCxnSpPr>
        <p:spPr>
          <a:xfrm>
            <a:off x="6514722" y="4897964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1D89120-FB9C-58B9-EE1C-C14DE2FA5931}"/>
              </a:ext>
            </a:extLst>
          </p:cNvPr>
          <p:cNvCxnSpPr>
            <a:cxnSpLocks/>
          </p:cNvCxnSpPr>
          <p:nvPr/>
        </p:nvCxnSpPr>
        <p:spPr>
          <a:xfrm>
            <a:off x="7263488" y="2401300"/>
            <a:ext cx="1013126" cy="763458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F1FF2A4-C87E-AF59-CD0B-0EA071A79662}"/>
              </a:ext>
            </a:extLst>
          </p:cNvPr>
          <p:cNvCxnSpPr>
            <a:cxnSpLocks/>
          </p:cNvCxnSpPr>
          <p:nvPr/>
        </p:nvCxnSpPr>
        <p:spPr>
          <a:xfrm flipH="1">
            <a:off x="7664802" y="3230694"/>
            <a:ext cx="643697" cy="54764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59A298B-E702-1EA6-13FD-5FB0391B02AE}"/>
              </a:ext>
            </a:extLst>
          </p:cNvPr>
          <p:cNvSpPr txBox="1"/>
          <p:nvPr/>
        </p:nvSpPr>
        <p:spPr>
          <a:xfrm>
            <a:off x="7028508" y="4791461"/>
            <a:ext cx="11322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Low proximity</a:t>
            </a:r>
          </a:p>
          <a:p>
            <a:r>
              <a:rPr lang="en-US" sz="1200" dirty="0"/>
              <a:t>High proximity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3B4E7B-9CAB-A311-5E93-C92524DE03D0}"/>
              </a:ext>
            </a:extLst>
          </p:cNvPr>
          <p:cNvCxnSpPr>
            <a:cxnSpLocks/>
          </p:cNvCxnSpPr>
          <p:nvPr/>
        </p:nvCxnSpPr>
        <p:spPr>
          <a:xfrm flipV="1">
            <a:off x="6942611" y="3479902"/>
            <a:ext cx="327049" cy="103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C3C2199-BF4A-9FAA-226A-4C4113BFFB5A}"/>
              </a:ext>
            </a:extLst>
          </p:cNvPr>
          <p:cNvCxnSpPr>
            <a:cxnSpLocks/>
          </p:cNvCxnSpPr>
          <p:nvPr/>
        </p:nvCxnSpPr>
        <p:spPr>
          <a:xfrm flipV="1">
            <a:off x="872886" y="4020924"/>
            <a:ext cx="563646" cy="78043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44961D2-58AE-97CC-CC77-781774BD4587}"/>
              </a:ext>
            </a:extLst>
          </p:cNvPr>
          <p:cNvCxnSpPr>
            <a:cxnSpLocks/>
          </p:cNvCxnSpPr>
          <p:nvPr/>
        </p:nvCxnSpPr>
        <p:spPr>
          <a:xfrm>
            <a:off x="1562449" y="4032050"/>
            <a:ext cx="617203" cy="22499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4683CE8-E70A-47D2-94ED-545734B4C239}"/>
              </a:ext>
            </a:extLst>
          </p:cNvPr>
          <p:cNvCxnSpPr>
            <a:cxnSpLocks/>
          </p:cNvCxnSpPr>
          <p:nvPr/>
        </p:nvCxnSpPr>
        <p:spPr>
          <a:xfrm>
            <a:off x="1118131" y="5090776"/>
            <a:ext cx="368792" cy="397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ADD7127-F1AC-7EDE-C089-FD1C461C2503}"/>
              </a:ext>
            </a:extLst>
          </p:cNvPr>
          <p:cNvCxnSpPr>
            <a:cxnSpLocks/>
          </p:cNvCxnSpPr>
          <p:nvPr/>
        </p:nvCxnSpPr>
        <p:spPr>
          <a:xfrm flipH="1">
            <a:off x="399180" y="5143038"/>
            <a:ext cx="90334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DF96B9E-FDEC-C1C1-FF78-05B662490006}"/>
              </a:ext>
            </a:extLst>
          </p:cNvPr>
          <p:cNvCxnSpPr>
            <a:cxnSpLocks/>
          </p:cNvCxnSpPr>
          <p:nvPr/>
        </p:nvCxnSpPr>
        <p:spPr>
          <a:xfrm>
            <a:off x="721991" y="6531285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C4DC2FD-A804-703F-5388-70A642E12F58}"/>
              </a:ext>
            </a:extLst>
          </p:cNvPr>
          <p:cNvCxnSpPr>
            <a:cxnSpLocks/>
          </p:cNvCxnSpPr>
          <p:nvPr/>
        </p:nvCxnSpPr>
        <p:spPr>
          <a:xfrm>
            <a:off x="721990" y="6713773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7D49D6B3-6A2C-CB8B-B33F-45BC50AB2B1F}"/>
              </a:ext>
            </a:extLst>
          </p:cNvPr>
          <p:cNvSpPr txBox="1"/>
          <p:nvPr/>
        </p:nvSpPr>
        <p:spPr>
          <a:xfrm>
            <a:off x="1262093" y="6406583"/>
            <a:ext cx="917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Forwards</a:t>
            </a:r>
          </a:p>
          <a:p>
            <a:r>
              <a:rPr lang="en-US" sz="1200" dirty="0"/>
              <a:t>Backwards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2118FF-510C-50BB-CA8C-03F8E0773659}"/>
              </a:ext>
            </a:extLst>
          </p:cNvPr>
          <p:cNvSpPr txBox="1"/>
          <p:nvPr/>
        </p:nvSpPr>
        <p:spPr>
          <a:xfrm>
            <a:off x="2978818" y="3502727"/>
            <a:ext cx="283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Absolute direction (</a:t>
            </a:r>
            <a:r>
              <a:rPr lang="el-GR" dirty="0"/>
              <a:t>ϑ</a:t>
            </a:r>
            <a:r>
              <a:rPr lang="en-GB" dirty="0"/>
              <a:t>)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C5FD68D-C9B3-0174-88B9-335CEF44C15C}"/>
              </a:ext>
            </a:extLst>
          </p:cNvPr>
          <p:cNvCxnSpPr>
            <a:cxnSpLocks/>
          </p:cNvCxnSpPr>
          <p:nvPr/>
        </p:nvCxnSpPr>
        <p:spPr>
          <a:xfrm>
            <a:off x="3062566" y="6530808"/>
            <a:ext cx="423217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A02A8CD8-0F04-245E-D318-9A18ED6E8FB3}"/>
              </a:ext>
            </a:extLst>
          </p:cNvPr>
          <p:cNvCxnSpPr>
            <a:cxnSpLocks/>
          </p:cNvCxnSpPr>
          <p:nvPr/>
        </p:nvCxnSpPr>
        <p:spPr>
          <a:xfrm>
            <a:off x="3062566" y="6724403"/>
            <a:ext cx="423217" cy="0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33B05AE1-0703-DE65-9529-867F664CAD25}"/>
              </a:ext>
            </a:extLst>
          </p:cNvPr>
          <p:cNvSpPr txBox="1"/>
          <p:nvPr/>
        </p:nvSpPr>
        <p:spPr>
          <a:xfrm>
            <a:off x="3469950" y="6413249"/>
            <a:ext cx="2513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Preference for horizontal directions</a:t>
            </a:r>
          </a:p>
          <a:p>
            <a:r>
              <a:rPr lang="en-US" sz="1200" dirty="0"/>
              <a:t>Preference for vertical directions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CD68508-4C51-A989-6372-7168C8BB9B55}"/>
              </a:ext>
            </a:extLst>
          </p:cNvPr>
          <p:cNvCxnSpPr>
            <a:cxnSpLocks/>
          </p:cNvCxnSpPr>
          <p:nvPr/>
        </p:nvCxnSpPr>
        <p:spPr>
          <a:xfrm>
            <a:off x="3344118" y="4032050"/>
            <a:ext cx="247971" cy="56226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1559225-1248-ACE8-439B-9DCF9AC84E7C}"/>
              </a:ext>
            </a:extLst>
          </p:cNvPr>
          <p:cNvCxnSpPr>
            <a:cxnSpLocks/>
          </p:cNvCxnSpPr>
          <p:nvPr/>
        </p:nvCxnSpPr>
        <p:spPr>
          <a:xfrm>
            <a:off x="3767536" y="4068959"/>
            <a:ext cx="573156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A4FC850-A709-948C-E96C-4F9E97660678}"/>
              </a:ext>
            </a:extLst>
          </p:cNvPr>
          <p:cNvCxnSpPr>
            <a:cxnSpLocks/>
          </p:cNvCxnSpPr>
          <p:nvPr/>
        </p:nvCxnSpPr>
        <p:spPr>
          <a:xfrm>
            <a:off x="4496871" y="4066585"/>
            <a:ext cx="562628" cy="0"/>
          </a:xfrm>
          <a:prstGeom prst="straightConnector1">
            <a:avLst/>
          </a:prstGeom>
          <a:ln w="47625"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A313F16-2862-EB82-E8BA-566545F5EC94}"/>
              </a:ext>
            </a:extLst>
          </p:cNvPr>
          <p:cNvCxnSpPr>
            <a:cxnSpLocks/>
          </p:cNvCxnSpPr>
          <p:nvPr/>
        </p:nvCxnSpPr>
        <p:spPr>
          <a:xfrm>
            <a:off x="4409965" y="4784919"/>
            <a:ext cx="0" cy="301264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45E3301-C4AC-7784-A12B-E06FC9348F72}"/>
              </a:ext>
            </a:extLst>
          </p:cNvPr>
          <p:cNvCxnSpPr>
            <a:cxnSpLocks/>
          </p:cNvCxnSpPr>
          <p:nvPr/>
        </p:nvCxnSpPr>
        <p:spPr>
          <a:xfrm>
            <a:off x="4396491" y="5143038"/>
            <a:ext cx="0" cy="334126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AD3476-6F69-FAED-5D2A-09E3BDDF2202}"/>
              </a:ext>
            </a:extLst>
          </p:cNvPr>
          <p:cNvCxnSpPr>
            <a:cxnSpLocks/>
          </p:cNvCxnSpPr>
          <p:nvPr/>
        </p:nvCxnSpPr>
        <p:spPr>
          <a:xfrm flipH="1">
            <a:off x="4340692" y="5595458"/>
            <a:ext cx="9999" cy="288106"/>
          </a:xfrm>
          <a:prstGeom prst="straightConnector1">
            <a:avLst/>
          </a:prstGeom>
          <a:ln w="47625"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922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98</Words>
  <Application>Microsoft Office PowerPoint</Application>
  <PresentationFormat>Widescreen</PresentationFormat>
  <Paragraphs>31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Bhat, Manjiri</dc:creator>
  <cp:lastModifiedBy>Hughes, Anna E</cp:lastModifiedBy>
  <cp:revision>8</cp:revision>
  <dcterms:created xsi:type="dcterms:W3CDTF">2024-10-04T13:45:40Z</dcterms:created>
  <dcterms:modified xsi:type="dcterms:W3CDTF">2026-02-16T12:58:21Z</dcterms:modified>
</cp:coreProperties>
</file>